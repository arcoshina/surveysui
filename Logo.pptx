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A310E1-9AD1-F0A3-B64B-CA4074631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8C700B1-6679-9DB7-03A0-0AF45E5D9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5A6CC5-6A4F-9E5D-E1D7-F2D7F4E3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47B5EA-FF37-E77F-8365-3BD059F22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1B8097-B074-EEFC-8A1E-EE402F11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999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11F2BB-1C41-C861-C519-B238A6A1D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0AF2F1-A5E2-B80C-DC07-C635ED340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9A48C7-4350-5CBB-199E-9A6AC7031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05B577-8340-E2C6-5F83-CD49A3D5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6C01DE-1A15-3412-67C0-63F4AF833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808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3EC3C0-E4B0-3C4B-0302-45FF58D48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DFF0AA-6AF6-501E-CEED-929E8DDD4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F1CD87-B2B5-CB57-7FB7-DE3FD9339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50C70F-E02A-84FE-0B5C-2C40B375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B0EB6C-383A-0153-F7F4-D1FA7579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49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C297AE-EFA6-8AAB-5994-A265D33C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0AA6B0-83C7-6848-0FAB-36D5F4FCC8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6A11F4-75E4-9CA3-7FAA-8DD0E2F5F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579A7E-F548-6E2A-DD6B-2BBB049A3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39FF6C-88E9-CF30-CE9D-EEE8075E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341EEB9-CA9A-7743-BDFD-8AE2C6B0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4957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59977F-A6D2-8B2E-93F6-6DAD8621F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EFBFB63-AAA9-7ED7-001C-A1465FD0D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D352FF-DFF2-EDC6-F145-5D3716E5B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EE34C2F-AE95-7F9D-D9C2-1F332E42F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EAAA062-A156-AF6F-F886-BA971B8C8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6B2B34A-F70A-32C7-BC02-811397256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BECD3FF-63D7-4500-F165-F6592868E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C3DC6F-6252-D92D-9278-2226C128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1157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A4277F-8152-8AA2-6E7C-4FD9A78F8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E5B4C68-810D-4A78-8F95-42FE8B6F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DD4B791-9856-CE86-1A5C-E48BB4DC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2D56AFB-5D92-AFA4-3909-089923B9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7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6A92918-4D2D-15DD-C8E3-788B98B58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8CAEC20-A7A4-9C8E-559D-C79864BF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18434B-120B-69FB-7076-187B5973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37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33E4A7-2A87-65EA-53EE-ED85FF06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5B480D-DE76-2646-FC64-640223E3D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C989677-29E2-8E17-C2ED-3DDD677D7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C22D3FD-44CB-7A85-BBAF-6BFFEEBA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52BAEE-12C8-D55E-21BB-44C571815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C7DBBE6-CBBB-5564-610B-7F96F7B5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81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8B9AD6-4419-C21C-BCA4-FE330998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C0CBDA-6DFF-5238-24ED-5E93481E6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9E4742-FBBD-169D-B388-B4F6DD9B3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E9D683-043B-3F9D-BE9F-69317308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562221-8309-C62E-F4FC-E4C3FF6C5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40D76AE-C6BF-2D8E-42B3-A6AD0B7B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2090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F85762-BDA5-0FED-9FAE-E63B0FDE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47AA501-BA1C-0116-0CB0-FBE3EE3FE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CA201B-6C41-2256-1007-49DB8C949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59378C-54B5-9C59-64E2-A78B0D3D0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6FD1B7-79B0-AB71-AD09-E161C2DD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8944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63F3B8D-F194-25E8-FF8B-8285A75CA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CC37493-66F3-B03D-FBA8-F5B7E2402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B57802-992C-92E1-0CBA-D2ADE1A27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3E8DC9-FFE7-F75D-01DC-9195D429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04729C-ED31-6EDE-C7D5-E4BB38D1A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7905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0BF8C76-8537-BA76-357F-0A865660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DAE196-FF28-F6BD-835B-0098DA5F9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1F2A27-C556-15F0-8AB5-2F6FCC20E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28504F-53A8-2248-C75F-F0ED097AF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4FF459-608E-9ABB-80A7-3A00594CC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510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手繪多邊形: 圖案 15">
            <a:extLst>
              <a:ext uri="{FF2B5EF4-FFF2-40B4-BE49-F238E27FC236}">
                <a16:creationId xmlns:a16="http://schemas.microsoft.com/office/drawing/2014/main" id="{F89A3918-D0ED-95DC-73D5-62C35651B893}"/>
              </a:ext>
            </a:extLst>
          </p:cNvPr>
          <p:cNvSpPr/>
          <p:nvPr/>
        </p:nvSpPr>
        <p:spPr>
          <a:xfrm>
            <a:off x="4495295" y="2991070"/>
            <a:ext cx="3188709" cy="1435920"/>
          </a:xfrm>
          <a:custGeom>
            <a:avLst/>
            <a:gdLst>
              <a:gd name="connsiteX0" fmla="*/ 2623128 w 5310909"/>
              <a:gd name="connsiteY0" fmla="*/ 2844800 h 2844800"/>
              <a:gd name="connsiteX1" fmla="*/ 5310909 w 5310909"/>
              <a:gd name="connsiteY1" fmla="*/ 1394691 h 2844800"/>
              <a:gd name="connsiteX2" fmla="*/ 2632364 w 5310909"/>
              <a:gd name="connsiteY2" fmla="*/ 0 h 2844800"/>
              <a:gd name="connsiteX3" fmla="*/ 0 w 5310909"/>
              <a:gd name="connsiteY3" fmla="*/ 1394691 h 2844800"/>
              <a:gd name="connsiteX4" fmla="*/ 2623128 w 5310909"/>
              <a:gd name="connsiteY4" fmla="*/ 2844800 h 2844800"/>
              <a:gd name="connsiteX0" fmla="*/ 2623128 w 5310909"/>
              <a:gd name="connsiteY0" fmla="*/ 2900218 h 2900218"/>
              <a:gd name="connsiteX1" fmla="*/ 5310909 w 5310909"/>
              <a:gd name="connsiteY1" fmla="*/ 1450109 h 2900218"/>
              <a:gd name="connsiteX2" fmla="*/ 2567709 w 5310909"/>
              <a:gd name="connsiteY2" fmla="*/ 0 h 2900218"/>
              <a:gd name="connsiteX3" fmla="*/ 0 w 5310909"/>
              <a:gd name="connsiteY3" fmla="*/ 1450109 h 2900218"/>
              <a:gd name="connsiteX4" fmla="*/ 2623128 w 5310909"/>
              <a:gd name="connsiteY4" fmla="*/ 2900218 h 2900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0909" h="2900218">
                <a:moveTo>
                  <a:pt x="2623128" y="2900218"/>
                </a:moveTo>
                <a:lnTo>
                  <a:pt x="5310909" y="1450109"/>
                </a:lnTo>
                <a:lnTo>
                  <a:pt x="2567709" y="0"/>
                </a:lnTo>
                <a:lnTo>
                  <a:pt x="0" y="1450109"/>
                </a:lnTo>
                <a:lnTo>
                  <a:pt x="2623128" y="2900218"/>
                </a:lnTo>
                <a:close/>
              </a:path>
            </a:pathLst>
          </a:custGeom>
          <a:noFill/>
          <a:ln w="1016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梯形 18">
            <a:extLst>
              <a:ext uri="{FF2B5EF4-FFF2-40B4-BE49-F238E27FC236}">
                <a16:creationId xmlns:a16="http://schemas.microsoft.com/office/drawing/2014/main" id="{96769DEC-89E6-3A05-7888-9DDC32DCB555}"/>
              </a:ext>
            </a:extLst>
          </p:cNvPr>
          <p:cNvSpPr/>
          <p:nvPr/>
        </p:nvSpPr>
        <p:spPr>
          <a:xfrm>
            <a:off x="5321301" y="2762250"/>
            <a:ext cx="1422974" cy="952500"/>
          </a:xfrm>
          <a:prstGeom prst="trapezoid">
            <a:avLst>
              <a:gd name="adj" fmla="val 8472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3" name="圖形 22">
            <a:extLst>
              <a:ext uri="{FF2B5EF4-FFF2-40B4-BE49-F238E27FC236}">
                <a16:creationId xmlns:a16="http://schemas.microsoft.com/office/drawing/2014/main" id="{4FC5DCEB-6DF8-AE2B-AEE4-AADD1FBE4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416791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81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shina arco</dc:creator>
  <cp:lastModifiedBy>shina arco</cp:lastModifiedBy>
  <cp:revision>1</cp:revision>
  <dcterms:created xsi:type="dcterms:W3CDTF">2026-05-18T03:30:22Z</dcterms:created>
  <dcterms:modified xsi:type="dcterms:W3CDTF">2026-05-18T03:30:22Z</dcterms:modified>
</cp:coreProperties>
</file>